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8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C8A3F0E8-564B-4626-B212-E1873E8519AC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162A1AF4-CF4E-4B4F-A24A-E9FBBA77D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711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3F0E8-564B-4626-B212-E1873E8519AC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1AF4-CF4E-4B4F-A24A-E9FBBA77D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6856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8A3F0E8-564B-4626-B212-E1873E8519AC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62A1AF4-CF4E-4B4F-A24A-E9FBBA77D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346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3F0E8-564B-4626-B212-E1873E8519AC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1AF4-CF4E-4B4F-A24A-E9FBBA77D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785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3F0E8-564B-4626-B212-E1873E8519AC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1AF4-CF4E-4B4F-A24A-E9FBBA77D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74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3F0E8-564B-4626-B212-E1873E8519AC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1AF4-CF4E-4B4F-A24A-E9FBBA77D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358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3F0E8-564B-4626-B212-E1873E8519AC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1AF4-CF4E-4B4F-A24A-E9FBBA77D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756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3F0E8-564B-4626-B212-E1873E8519AC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1AF4-CF4E-4B4F-A24A-E9FBBA77D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382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3F0E8-564B-4626-B212-E1873E8519AC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1AF4-CF4E-4B4F-A24A-E9FBBA77D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158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3F0E8-564B-4626-B212-E1873E8519AC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1AF4-CF4E-4B4F-A24A-E9FBBA77D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809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8A3F0E8-564B-4626-B212-E1873E8519AC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62A1AF4-CF4E-4B4F-A24A-E9FBBA77D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6177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8A3F0E8-564B-4626-B212-E1873E8519AC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62A1AF4-CF4E-4B4F-A24A-E9FBBA77D5CD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890585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8A3F0E8-564B-4626-B212-E1873E8519AC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62A1AF4-CF4E-4B4F-A24A-E9FBBA77D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1408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3F0E8-564B-4626-B212-E1873E8519AC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1AF4-CF4E-4B4F-A24A-E9FBBA77D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0602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3F0E8-564B-4626-B212-E1873E8519AC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1AF4-CF4E-4B4F-A24A-E9FBBA77D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5467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3F0E8-564B-4626-B212-E1873E8519AC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1AF4-CF4E-4B4F-A24A-E9FBBA77D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0871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8A3F0E8-564B-4626-B212-E1873E8519AC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62A1AF4-CF4E-4B4F-A24A-E9FBBA77D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840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3F0E8-564B-4626-B212-E1873E8519AC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A1AF4-CF4E-4B4F-A24A-E9FBBA77D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238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33928-B756-92E9-54F4-FF05CC1B9F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NETWORK INTRUSION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FACD21-3658-90C9-5AC2-3BD0139E61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ARCHIT PASAYAT</a:t>
            </a:r>
          </a:p>
          <a:p>
            <a:r>
              <a:rPr lang="en-IN" dirty="0"/>
              <a:t>B.Tech.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734250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F7411-3C33-9631-445D-24FBE9653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Overview: IoT Network Intrusion Detection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493B2FE-C77C-F605-CADD-E201475290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3329459"/>
            <a:ext cx="108204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 a robust machine learning model to detect and classify various network attacks in IoT environments.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CICIOT23, featuring 33 original attack types.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Technology: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Python, LightGBM, Scikit-Learn, and Streamlit.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Methodology: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4-phase pipeline moving from exploratory analysis to a real-time monitoring simulation.</a:t>
            </a:r>
          </a:p>
        </p:txBody>
      </p:sp>
    </p:spTree>
    <p:extLst>
      <p:ext uri="{BB962C8B-B14F-4D97-AF65-F5344CB8AC3E}">
        <p14:creationId xmlns:p14="http://schemas.microsoft.com/office/powerpoint/2010/main" val="819060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A7FA3-CBBB-ED3D-9E76-B95A8C2E7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1:</a:t>
            </a:r>
            <a:r>
              <a:rPr lang="en-IN" dirty="0"/>
              <a:t>Data Preprocessing &amp; Class Mapping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C51A6B9-9940-292B-28DC-2187375E63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3299884"/>
            <a:ext cx="115062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 Consolidation: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Reduced 33 granular attack types into 8 high-level categories (DDoS, DoS, Mirai, Recon, Web, Brute Force, Spoofing, and Benign) for better model generalization.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Handling Imbalance: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Applied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SMOTE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(Synthetic Minority Over-sampling Technique) to ensure rare attack types were well-represented during training.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 Evaluation: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Benchmarked Random Forest, XGBoost, and LightGBM to determine the most effective architecture.</a:t>
            </a:r>
          </a:p>
        </p:txBody>
      </p:sp>
    </p:spTree>
    <p:extLst>
      <p:ext uri="{BB962C8B-B14F-4D97-AF65-F5344CB8AC3E}">
        <p14:creationId xmlns:p14="http://schemas.microsoft.com/office/powerpoint/2010/main" val="1122687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8EF03-E263-A65F-6C4B-3D2E1B7E9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2:</a:t>
            </a:r>
            <a:r>
              <a:rPr lang="en-IN" dirty="0"/>
              <a:t>Feature Selection &amp; Pruning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B37C6F6-5F34-F27E-5190-71C538078C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3598804"/>
            <a:ext cx="108204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Importance: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Utilized Random Forest importance scores to identify low-impact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Dimensionality Reduction: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Dropped 16 non-essential columns (e.g., ICMP, DNS, SSH, ARP) to improve training speed and prevent overfitting.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Optimization: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Retrained models on pruned features to verify that accuracy remained high (~99%) while reducing complexity.</a:t>
            </a:r>
          </a:p>
        </p:txBody>
      </p:sp>
    </p:spTree>
    <p:extLst>
      <p:ext uri="{BB962C8B-B14F-4D97-AF65-F5344CB8AC3E}">
        <p14:creationId xmlns:p14="http://schemas.microsoft.com/office/powerpoint/2010/main" val="3538913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5182C-27FD-8EBE-91A2-5581F7400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 3:Scalable Model Training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548D67B-8BE0-39AA-CEF3-376A269B0D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3030906"/>
            <a:ext cx="108204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Big Data Handling: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Implemented a chunk-based loading strategy to process the 1.6GB dataset within memory constraints.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Choice: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Selected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LightGBM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the final classifier due to its superior speed and handling of large-scale tabular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Stopping: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Trained the final model with validation-based early stopping to find the optimal balance between bias and variance.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 Packaging: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Exported the model, label mappings, and feature lists into a unified metadata file for application use.</a:t>
            </a:r>
          </a:p>
        </p:txBody>
      </p:sp>
    </p:spTree>
    <p:extLst>
      <p:ext uri="{BB962C8B-B14F-4D97-AF65-F5344CB8AC3E}">
        <p14:creationId xmlns:p14="http://schemas.microsoft.com/office/powerpoint/2010/main" val="1612778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91FD1-E866-2A56-A21E-EBB7A1190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4: Final Evaluation &amp; Results</a:t>
            </a:r>
            <a:endParaRPr lang="en-IN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C1B8281-F6B2-6223-8115-C477C52D48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3478488"/>
            <a:ext cx="108204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 Performance: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Achieved a final test accuracy of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99.41%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Categorical Success: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 precision and recall across core categories like DDoS, DoS, and Mirai (approaching 1.00).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Confusion Matrix Analysis: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Visualized model misclassifications to understand edge cases in Spoofing and Web-based attacks.</a:t>
            </a:r>
          </a:p>
        </p:txBody>
      </p:sp>
    </p:spTree>
    <p:extLst>
      <p:ext uri="{BB962C8B-B14F-4D97-AF65-F5344CB8AC3E}">
        <p14:creationId xmlns:p14="http://schemas.microsoft.com/office/powerpoint/2010/main" val="4067058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C6380-CAE2-830F-67B0-F29585D6D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Real-Time Monitoring Dashboard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CC0923-2D85-FC65-F6A6-8683669419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3052460"/>
            <a:ext cx="108204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Simulation Engine: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Built a Streamlit-based dashboard that simulates real-time network traffic by sampling the CICIOT23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Visualization: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Displays live network metrics such as Flow Duration, Packet Length, and Inter-Arrival Time (IAT).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Instant Alerting: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Integrated an automated alerting system that flags detected attacks (e.g., "ALERT: DDoS Attack Detected!") while confirming "Benign" states.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Diagnostic Tools: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Includes a "Diagnostic Details" expander for developers to inspect raw input vectors against ground truth labels.</a:t>
            </a:r>
          </a:p>
        </p:txBody>
      </p:sp>
    </p:spTree>
    <p:extLst>
      <p:ext uri="{BB962C8B-B14F-4D97-AF65-F5344CB8AC3E}">
        <p14:creationId xmlns:p14="http://schemas.microsoft.com/office/powerpoint/2010/main" val="3541677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8B7AD-DCD4-0512-794B-026EE469D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NOTES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958411-4ABE-5D14-E003-75D113A536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3190960"/>
            <a:ext cx="108204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Logic: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exploratory data analysis, feature engineering, large-scale training pipelines (Phases 1-4), and model evaluation were designed and coded by 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Assistance: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* Artificial Intelligence was utilized to design and build the user interface and simulation logic for 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was further employed to assist in optimizing memory management for the large dataset and refining code legibility across the project notebooks.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514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08567-762E-D4A6-F041-1430489E0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16280" y="2989413"/>
            <a:ext cx="8610600" cy="1293028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41369-2AD5-262C-13F4-AD945BC156CB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 flipV="1">
            <a:off x="272716" y="5818467"/>
            <a:ext cx="137160" cy="52944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778464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16</TotalTime>
  <Words>541</Words>
  <Application>Microsoft Office PowerPoint</Application>
  <PresentationFormat>Widescreen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Century Gothic</vt:lpstr>
      <vt:lpstr>Vapor Trail</vt:lpstr>
      <vt:lpstr>NETWORK INTRUSION DETECTION</vt:lpstr>
      <vt:lpstr>Project Overview: IoT Network Intrusion Detection</vt:lpstr>
      <vt:lpstr>Phase 1:Data Preprocessing &amp; Class Mapping</vt:lpstr>
      <vt:lpstr>Phase 2:Feature Selection &amp; Pruning</vt:lpstr>
      <vt:lpstr>Phase 3:Scalable Model Training</vt:lpstr>
      <vt:lpstr>Phase 4: Final Evaluation &amp; Results</vt:lpstr>
      <vt:lpstr>Real-Time Monitoring Dashboard </vt:lpstr>
      <vt:lpstr>NOTES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Archit Pasayat</dc:creator>
  <cp:lastModifiedBy>Archit Pasayat</cp:lastModifiedBy>
  <cp:revision>2</cp:revision>
  <dcterms:created xsi:type="dcterms:W3CDTF">2026-01-01T14:12:44Z</dcterms:created>
  <dcterms:modified xsi:type="dcterms:W3CDTF">2026-01-01T16:17:27Z</dcterms:modified>
</cp:coreProperties>
</file>